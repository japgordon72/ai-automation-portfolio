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2357147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2357147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6dc00fc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6dc00fc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e7cf68d7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e7cf68d7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of Weather-Based Sales and Staffing Decisions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Japheth Gordon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5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/>
        </p:nvSpPr>
        <p:spPr>
          <a:xfrm>
            <a:off x="436350" y="1614225"/>
            <a:ext cx="86025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Daily Schedule trigger runs at 7 AM Miami time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OpenWeatherMap webhook pulls real-time forecast data (temp, rain, UV, wind)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AI Studio (Gemini) analyzes data to generate: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 products to promote on kiosks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Staff preparation suggestions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 short tourist-focused promo messages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Results push to kiosks via MDM for immediate display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"85°F + 60% rain → Promote ponchos/sunscreen, staff preps indoor maps, 'Rainy beach day? Ocean Drive dining awaits!'"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Perfect for Miami—auto-adapts kiosk content to coastal weather patterns serving tourists reliably.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9"/>
          <p:cNvSpPr txBox="1"/>
          <p:nvPr/>
        </p:nvSpPr>
        <p:spPr>
          <a:xfrm>
            <a:off x="339275" y="80200"/>
            <a:ext cx="817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Automated Staff Decisions Zapier</a:t>
            </a:r>
            <a:endParaRPr b="1" sz="3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415100" y="762100"/>
            <a:ext cx="7940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Manual kiosk management fails Miami's 24M tourists—weather changes too fast, 150+ devices can't be updated manually, and coastal conditions require automated monitoring.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Zapier 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30"/>
          <p:cNvSpPr txBox="1"/>
          <p:nvPr>
            <p:ph idx="1" type="subTitle"/>
          </p:nvPr>
        </p:nvSpPr>
        <p:spPr>
          <a:xfrm>
            <a:off x="5084725" y="1331300"/>
            <a:ext cx="3869100" cy="42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Miami Kiosk Weather Zap (Daily 6 AM):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Schedule → Triggers daily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OpenWeatherMap → Grabs Miami forecast (temp, rain, UV, wind)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AI (Gemini) → Generates: 2 products to promote, 1 staff action, 2 promo messages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MDM Push → Updates kiosk displays directly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"85°F + rain → Ponchos/sunscreen, stock indoor maps, 'Rainy day? Ocean Drive dining!'"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Streamlined for Miami kiosks—auto-adapts content to coastal weather for tourists.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30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99" name="Google Shape;99;p30" title="Screenshot 2026-01-29 1238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75" y="1331300"/>
            <a:ext cx="4726901" cy="346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Input &gt; Output &gt; Process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" name="Google Shape;105;p31"/>
          <p:cNvSpPr txBox="1"/>
          <p:nvPr>
            <p:ph idx="1" type="subTitle"/>
          </p:nvPr>
        </p:nvSpPr>
        <p:spPr>
          <a:xfrm>
            <a:off x="139500" y="1225375"/>
            <a:ext cx="88650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API pulls temp, rain, UV, wind for Miami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Process: Gemini prompt analyzes → recommends products/staff/promos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 "85°F + rain → Ponchos, indoor maps, 2 promo messages" → kiosks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106;p31" title="Screenshot 2026-01-29 1239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75" y="2539075"/>
            <a:ext cx="3756294" cy="245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1" title="sprint 5 promp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576" y="2539075"/>
            <a:ext cx="4097401" cy="245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/>
          <p:nvPr>
            <p:ph type="ctrTitle"/>
          </p:nvPr>
        </p:nvSpPr>
        <p:spPr>
          <a:xfrm>
            <a:off x="141950" y="272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Final Output Processed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" name="Google Shape;113;p32"/>
          <p:cNvSpPr txBox="1"/>
          <p:nvPr/>
        </p:nvSpPr>
        <p:spPr>
          <a:xfrm>
            <a:off x="141950" y="4125675"/>
            <a:ext cx="84522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final email (or MDM update) summarizes the Zap’s daily run: Gemini outputs product suggestions, staff prompts, and two short promos for that day’s Miami weather, which are then pushed directly to kiosks for tourists.</a:t>
            </a:r>
            <a:endParaRPr sz="1700"/>
          </a:p>
        </p:txBody>
      </p:sp>
      <p:pic>
        <p:nvPicPr>
          <p:cNvPr id="114" name="Google Shape;114;p32" title="Screenshot 2026-02-10 2149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525"/>
            <a:ext cx="8772938" cy="27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Future Improvements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0" name="Google Shape;120;p33"/>
          <p:cNvSpPr/>
          <p:nvPr/>
        </p:nvSpPr>
        <p:spPr>
          <a:xfrm>
            <a:off x="228600" y="1225375"/>
            <a:ext cx="8686800" cy="36894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33"/>
          <p:cNvSpPr txBox="1"/>
          <p:nvPr/>
        </p:nvSpPr>
        <p:spPr>
          <a:xfrm>
            <a:off x="228600" y="1584775"/>
            <a:ext cx="8520600" cy="3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Enhanced Reliability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error-handling for API failures with fallback data or Slack alerts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 real-time weather triggers for urgent updates (hurricanes, severe storms)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 User Experience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Rich HTML emails with visual previews and QR codes for kiosk testing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 analytics (Airtable/Google Sheets) to track promo performance and trends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Functionality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Migrate to Make.com or n8n for multi-day forecasts and A/B promo testing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Fine-tune Gemini with Miami event calendars (Art Basel, festivals) for hyper-local relevance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 ROI tracking via Google Analytics to measure kiosk engagement and conversion</a:t>
            </a:r>
            <a:endParaRPr sz="21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